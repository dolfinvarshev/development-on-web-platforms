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פתיחה: הציגו את השמות, מיקום ה-GitHub והכתובת בענן. הדגישו שהמוצר ממפה גם דפיברילטורים בתנועה — מה שמפות קיימות לא עושות.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חובה. עברו על כל בעיה בקצרה. הנקודה: אנחנו יודעים בדיוק איפה הגבולות של המערכת.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הזרימה מימין לשמאל: הדפדפן פונה ל-Next.js, שפונה ל-Express, שמדבר עם שני מסדי הנתונים. הסבירו למה SQL לנתונים טבלאיים ו-NoSQL למסמכי אירוע עשירים.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אם ישאלו על שורה ספציפית: scatterAround מפזר אחיד בדיסק, haversineM מחשב מרחק על פני כדור. אם מסירים את תנאי a.inRadius — מכשירים מחוץ לרדיוס יקבלו דירוג ויוזנקו בטעות.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רוטציה: כל refresh מבטל את הטוקן הישן ומנפיק חדש. אם תוקף גנב עוגייה — בשימוש הבא שלה היא כבר מבוטלת והתקיפה מתה. אם מסירים את שורת ה-UPDATE — מאבדים את ההגנה מפני replay.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סיכום: שלושת מדדי הציון — כיסוי, איכות, מוכנות. הדגישו שהערוץ הכפול (Push+SMS+LoRa) מתועד ביומן ההתראות של האדמין, וניתן להדגמה חיה בסימולטור.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רשת דפיברילטורים חכמה — מיפוי מכשירים נייחים וניידים בזמן אמת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869680" y="1554480"/>
            <a:ext cx="2743200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0" y="1554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דקה קובעת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קורס «פיתוח בסביבות WEB»</a:t>
            </a:r>
            <a:endParaRPr lang="en-US" sz="16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· Express · SQLite · MongoDB · LoRa 433MHz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מבצעים: ______________ · ______________</a:t>
            </a:r>
            <a:endParaRPr lang="en-US" sz="15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________________________________</a:t>
            </a:r>
            <a:endParaRPr lang="en-US" sz="15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כתובת בענן: ____________________________</a:t>
            </a:r>
            <a:endParaRPr lang="en-US" sz="1500" dirty="0"/>
          </a:p>
          <a:p>
            <a:pPr algn="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כניסת מנהל להדגמה: micha / 1234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בעיות ידועות — גילוי נאות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אי-גילוי של בעיה שתתגלה בהגנה יוריד ניקוד — לכן הכול כאן, בגלוי.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292840" y="178308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0" y="1737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"נרדם"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~15 דק׳ חוסר פעילות הבקשה הראשונה ל-API איטית (~30 שנ׳). מעקף: פותחים /api/health דקה מראש.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292840" y="2715768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בענן אינו מתמיד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0358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Deploy הנתונים נזרעים מחדש (50 מכשירי הדמו חוזרים). מקומית הכול נשמר.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1292840" y="3648456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מקומי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396849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רץ עם תיקיית נתונים מתמידה; מחיקת server/data מאפסת לנתוני הדמו. בענן — Atlas.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1292840" y="458114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453542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הניתוב (OSRM)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901184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תלוי בצד-שלישי חינמי; בעת כשל מוצג קו מסלול משוער עם הודעה.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1292840" y="551383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54681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SMS/Push אמיתיים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5833872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מדומים בסימולטור ומתועדים ביומן ההתראות (שליחת SMS אמת אינה חינמית ואינה נדרשת).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הארכיטקטורה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412480" y="1371600"/>
            <a:ext cx="3200400" cy="21945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Tailwind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549640" y="201168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· פורט 3000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שיווק (CMS)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סימולטור (Leaflet)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ניהול + אנליטיקה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80560" y="1371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— REST API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17720" y="201168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· פורט 4000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Refresh Rotation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מנוע אירועים · Geo-fencing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מסדי נתונים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(SQL): users, devices,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admins, refresh_tokens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(NoSQL): incidents,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content, alerts,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194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2194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שרתים · שני מסדי נתונים · שלושה ערוצי מיקום: סלולר · LoRa 433MHz (Meshtastic) · לוויין MAGNUS (Iridium — עדיפות ל-MAGNUS)</a:t>
            </a:r>
            <a:endParaRPr lang="en-US" sz="14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העדפת ערוצים בחירום: תמיד קודם 101 ו-«איפה דפי?» — דפי-נט משלימה ולא מחליפה.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 (5 נק׳): מסך הדרכת החייאה עם מטרונום 110BPM · דשבורד אנליטיקת זמני תגובה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מנוע האירועים (Geo-fencing + דירוג)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server/src/routes/incidents.js — מה שקורה בכל קריאת מצוקה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3063240"/>
          </a:xfrm>
          <a:prstGeom prst="roundRect">
            <a:avLst>
              <a:gd name="adj" fmla="val 2388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45920"/>
            <a:ext cx="107899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פיזור אקראי של כל 50 המכשירים סביב האירוע (דרישה 9)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scattered = rows.map((row) =&gt; {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 = scatterAround(lat, lng, radiusM * cfg.scatterFactor);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distanceM = haversineM(lat, lng, pos.lat, pos.lng);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row, pos, distanceM, inRadius: distanceM &lt;= radiusM };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דירוג: בתוך הרדיוס תחילה, שידור טרי לפני ישן, ואז המרחק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sorted.sort((a, b) =&gt; {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(a.inRadius !== b.inRadius) return a.inRadius ? -1 : 1;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(a.fresh   !== b.fresh)     return a.fresh   ? -1 : 1;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a.distanceM - b.distanceM;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להגנה: </a:t>
            </a:r>
            <a:pPr algn="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נוסחת haversine ומעבר מטרים→מעלות · פיזור אחיד בדיסק (r = R·√U) · מיון יציב בשלושה מפתחות · רק מועמדים בתוך הרדיוס מקבלים דירוג והזנקה.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JWT עם Refresh Rotation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server/src/routes/auth.js — כל טוקן רענון הוא חד-פעמי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7432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45920"/>
            <a:ext cx="1078992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router.post('/refresh', (req, res) =&gt; {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verifyRefreshCookie(req);   // JWT + jti חי ב-DB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(!session) return res.status(401).json({ error: 'unauthorized' });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db.transaction(() =&gt; {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db.prepare('UPDATE refresh_tokens SET revoked=1 WHERE jti=?')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.run(session.jti);                       // מבטלים את הישן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issueRefreshToken(res, session.username);  // jti חדש + עוגייה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})();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accessToken: signAccessToken(session.username) });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להגנה: </a:t>
            </a:r>
            <a:pPr algn="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token קצר (15 דק׳, בזיכרון) מול Refresh ארוך (7 ימים, עוגיית httpOnly) · רוטציה → עוגייה גנובה מתה בשימוש חוזר · בצד הלקוח refreshAccessToken הוא single-flight כדי שקריאות מקבילות לא יפילו את הסשן.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הזנקה היברידית + הסימולטור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47120" cy="1463040"/>
          </a:xfrm>
          <a:prstGeom prst="roundRect">
            <a:avLst>
              <a:gd name="adj" fmla="val 5000"/>
            </a:avLst>
          </a:prstGeom>
          <a:solidFill>
            <a:srgbClr val="02061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0789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'incident_push', ... });   // סלולר: Push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'incident_sms',  ... });   // סלולר: SMS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(c.hasLora)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logs.push({ type: 'incident_lora_downlink', ... }); // צפצוף+הבהוב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בצד הלקוח: ניקוד המסלול מול OSRM cycling → מסלול אופניים אמיתי (דרישה 10), אנימציית מתנדב, ופירורי-לחם למוקד כל 2 שנ׳.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26289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023360"/>
            <a:ext cx="26289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40080" y="484632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כיסוי דרישות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60420" y="3840480"/>
            <a:ext cx="26289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360420" y="4023360"/>
            <a:ext cx="26289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451860" y="484632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מסדי נתונים (SQL+NoSQL)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3840480"/>
            <a:ext cx="26289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4023360"/>
            <a:ext cx="26289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263640" y="484632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שרתים (Express+Next.js)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3840480"/>
            <a:ext cx="262890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8983980" y="4023360"/>
            <a:ext cx="26289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075420" y="484632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רעיונות בונוס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i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— כי כל דקה קובעת.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דפי-נט · שקף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דפי-נט — הגנת פרויקט</dc:title>
  <dc:subject>PptxGenJS Presentation</dc:subject>
  <dc:creator>DefiNet</dc:creator>
  <cp:lastModifiedBy>DefiNet</cp:lastModifiedBy>
  <cp:revision>1</cp:revision>
  <dcterms:created xsi:type="dcterms:W3CDTF">2026-08-12T19:03:06Z</dcterms:created>
  <dcterms:modified xsi:type="dcterms:W3CDTF">2026-08-12T19:03:06Z</dcterms:modified>
</cp:coreProperties>
</file>