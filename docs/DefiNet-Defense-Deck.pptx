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143A66"/>
                </a:solidFill>
                <a:latin typeface="Arial"/>
              </a:rPr>
              <a:t>DefiNet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A6673"/>
                </a:solidFill>
                <a:latin typeface="Arial"/>
              </a:rPr>
              <a:t>Final Project | Development on Web Platforms, Semester B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Submitted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Maayan Sandak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ID 207182585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224942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Submitted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Dolfin Varshev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43200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ID 315853101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Live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93008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https://development-on-web-platforms-web.vercel.app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58768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58768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04487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Live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51376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https://definet-api.onrender.com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17136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517136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62855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GitHub, Maayan Sandak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09744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https://github.com/MaayanSandak/Development-on-web-platforms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75503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175503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21223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GitHub, Dolfin Varshev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68112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https://github.com/dolfinvarshev/Development-on-web-platforms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888735"/>
            <a:ext cx="754380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998463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7A5A0A"/>
                </a:solidFill>
                <a:latin typeface="Arial"/>
              </a:rPr>
              <a:t>Admin demo login: micha / 1234 (shown on the login screen, as the project spec requires)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2148840"/>
            <a:ext cx="25146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423160"/>
            <a:ext cx="1874519" cy="18745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52560" y="443484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Live Site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937760"/>
            <a:ext cx="2514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A web system that maps stationary and mobile defibrillators, manages volunteers and runs a real time distress call simulation.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Project Summary and Technologies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What does the system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Maps stationary and mobile defibrillators with location, battery level and last transmission time.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Simulates a distress call: finds candidates by radius and distance, assigns a volunteer and tracks the arrival.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Draws a real bike route to the event and demonstrates alerts over both cellular and LoRa channels.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Includes an Admin area for registrations, marketing content, settings, alerts and demo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F5C99"/>
                </a:solidFill>
                <a:latin typeface="Arial"/>
              </a:rPr>
              <a:t>Extras built into the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1389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Hebrew RTL UI  |  Web Simulator  |  Leaflet Map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JWT + Refresh  |  Admin CMS  |  Analytics + CPR Guide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Core technologies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1031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Frontend: Next.js 15, React, Tailwind CSS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Backend: Express REST API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SQL: SQLite for users, devices, admins and refresh tokens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NoSQL: MongoDB for incidents, CMS, telemetry, alerts and config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Authentication: JWT access token plus refresh token rotation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Maps and routing: Leaflet plus an external bike routing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5175504"/>
            <a:ext cx="461772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528523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Two servers and two database types, as the spec requires.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Known Issues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Cloud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Render free tier: after a period with no traffic the server goes to sleep, so the first request can be delayed.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SQLite in the cloud: on the free tier the data does not persist between deployments; an empty boot reloads the demo data.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MongoDB Atlas: Render's free tier has no fixed outbound IP, so network access is wide and protected by authentication and TLS.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External services and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03120"/>
            <a:ext cx="46177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The bike route service is a public external service, so route availability depends on it.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LoRa, push and SMS scenarios run inside the web simulator and are not connected to physical LoRa hardware.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Device and volunteer data includes demo records so the course scenario is always presentable.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4937760"/>
            <a:ext cx="4617720" cy="694944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5047488"/>
            <a:ext cx="4251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Full disclosure: these are known limits of the free tier demo setup. None of them block the full scenario on the 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 / Admin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Hebrew RTL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945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Next.js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6771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Vercel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Marketing | Register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Simulator | Admin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21945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Express REST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Render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JWT Refresh | Registry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|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SQLite (SQL)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Users | Devices | Admins | Refresh Tokens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Relations, constraints,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MongoDB (NoSQL)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| CMS | Telemetry | Alerts | Config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Flexible nested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JWT Access + Refresh Rotation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Leaflet + Geo-fencing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Bike Route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