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slide: introduce yourselves, the GitHub location and the cloud address. Emphasize the differentiator: the product maps defibrillators IN MOTION — which existing maps do not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Mandatory slide. Walk through each issue briefly. The message: we know exactly where the system boundaries 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Flow left to right: the browser talks to Next.js, which talks to Express, which owns both databases. Explain why SQL for tabular data and NoSQL for rich incident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about a specific line: scatterAround samples uniformly in a disk; haversineM computes great-circle distance. Removing the a.inRadius condition would rank and dispatch devices outside the radius.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Rotation: every refresh revokes the old token and issues a new one. If an attacker steals the cookie, its next use finds it already revoked. Removing the UPDATE line removes the replay protection.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Summary: the three grading metrics — coverage, quality, submission readiness. The dual channel (Push+SMS+LoRa) is recorded in the admin alert log and demonstrable live in the simulator.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DefiNet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דפי-נט — Smart Defibrillator Network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8778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mapping and dispatch of stationary and moving defibrillators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9144000" y="1417320"/>
            <a:ext cx="2468880" cy="8229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0" y="141732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minute counts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347472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project — "Development on Web Platforms"</a:t>
            </a:r>
            <a:endParaRPr lang="en-US" sz="15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15 · Express · SQLite · MongoDB · LoRa 433MHz · Meshtastic · MAGNUS satellite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4480560"/>
            <a:ext cx="110642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Authors:  ______________  ·  ______________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 github.com/dolfinvarshev/Development-on-web-platforms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Cloud:  ____________________________________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login for the demo:  micha / 1234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Known Issues — Honest Disclosure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issue discovered during the defense that was not declared here costs points — so everything is here, in the open.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691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 Free "sleeps"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03911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~15 min of inactivity the first API request is slow (~30s). Workaround: open /api/health a minute before the demo.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67919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63347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is not persistent in the free cloud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2980944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deploy re-seeds the data (the 50 demo devices return). Locally everything persists.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621024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575304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MongoDB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3922776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with a persistent local data directory; deleting server/data resets to demo data. In the cloud — Atlas.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562856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51713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service (OSRM)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4400" y="486460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third-party dependency; on failure the UI shows an approximate straight line with a notice.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5504688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545896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SMS/Push are not sent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400" y="58064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in the simulator and recorded in the alert log (real SMS is never free and is not required).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138160" y="64190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DefiNet · slide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200400" cy="2286000"/>
          </a:xfrm>
          <a:prstGeom prst="roundRect">
            <a:avLst>
              <a:gd name="adj" fmla="val 4800"/>
            </a:avLst>
          </a:prstGeom>
          <a:solidFill>
            <a:srgbClr val="1E293B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087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15 + Tailwind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85800" y="2011680"/>
            <a:ext cx="29260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· port 3000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pages (CMS)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simulator (Leaflet)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panel + analytics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97680" y="1371600"/>
            <a:ext cx="3657600" cy="2286000"/>
          </a:xfrm>
          <a:prstGeom prst="roundRect">
            <a:avLst>
              <a:gd name="adj" fmla="val 4800"/>
            </a:avLst>
          </a:prstGeom>
          <a:solidFill>
            <a:srgbClr val="1E293B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0" y="1508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 — REST API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34840" y="2011680"/>
            <a:ext cx="33832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· port 4000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refresh rotation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engine · geo-fencing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503920" y="1371600"/>
            <a:ext cx="3108960" cy="2286000"/>
          </a:xfrm>
          <a:prstGeom prst="roundRect">
            <a:avLst>
              <a:gd name="adj" fmla="val 4800"/>
            </a:avLst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03920" y="1508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databases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641080" y="2011680"/>
            <a:ext cx="28346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(SQL): users, devices,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admins, refresh_tokens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(NoSQL): incidents,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content, alerts, telemetry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794760" y="22402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001000" y="22402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8640" y="397764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servers · two databases · three location channels: cellular · LoRa 433MHz (Meshtastic) · MAGNUS satellite (Iridium — preferred when both exist)</a:t>
            </a:r>
            <a:endParaRPr lang="en-US" sz="14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channels first: 101 and "Where is Defi" — DefiNet complements them, never replaces them.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94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(5 pts): CPR guidance screen with a 110 BPM metronome · response-time analytics dashboard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138160" y="64190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DefiNet · slide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sample: the incident engine (geo-fencing + ranking)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server/src/routes/incidents.js — what happens on every distress call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2999232"/>
          </a:xfrm>
          <a:prstGeom prst="roundRect">
            <a:avLst>
              <a:gd name="adj" fmla="val 2439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27632"/>
            <a:ext cx="10789920" cy="2816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1. Random scatter of all 50 devices around the incident (requirement 9)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scattered = rows.map((row) =&gt; {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pos = scatterAround(lat, lng, radiusM * cfg.scatterFactor);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distanceM = haversineM(lat, lng, pos.lat, pos.lng);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{ row, pos, distanceM, inRadius: distanceM &lt;= radiusM };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2. Ranking: in-radius first, fresh transmission before stale, then distance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sorted.sort((a, b) =&gt; {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(a.inRadius !== b.inRadius) return a.inRadius ? -1 : 1;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(a.fresh   !== b.fresh)     return a.fresh   ? -1 : 1;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a.distanceM - b.distanceM;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736592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points:  </a:t>
            </a:r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haversine formula and meters→degrees conversion · uniform disk sampling (r = R·√U) · a stable three-key sort · only in-radius candidates receive a rank and a dispatch.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138160" y="64190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DefiNet · slide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sample: JWT with refresh rotation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server/src/routes/auth.js — every refresh token is single-use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2551176"/>
          </a:xfrm>
          <a:prstGeom prst="roundRect">
            <a:avLst>
              <a:gd name="adj" fmla="val 2867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27632"/>
            <a:ext cx="10789920" cy="2368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router.post('/refresh', (req, res) =&gt; {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session = verifyRefreshCookie(req);   // JWT + live jti row in the DB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(!session) return res.status(401).json({ error: 'unauthorized' });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db.transaction(() =&gt; {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db.prepare('UPDATE refresh_tokens SET revoked=1 WHERE jti=?')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.run(session.jti);                       // revoke the old token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issueRefreshToken(res, session.username);  // new jti + new cookie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})();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res.json({ accessToken: signAccessToken(session.username) });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288536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points:  </a:t>
            </a:r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access token (15 min, in memory) vs long refresh token (7 days, httpOnly cookie) · rotation → a stolen cookie dies on first reuse · on the client, refreshAccessToken is single-flight so concurrent calls cannot kill the session.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138160" y="64190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DefiNet · slide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hybrid alert + the simulator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server/src/routes/incidents.js — two channels in parallel for every in-radius candidate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1207008"/>
          </a:xfrm>
          <a:prstGeom prst="roundRect">
            <a:avLst>
              <a:gd name="adj" fmla="val 6061"/>
            </a:avLst>
          </a:prstGeom>
          <a:solidFill>
            <a:srgbClr val="020617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27632"/>
            <a:ext cx="1078992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logs.push({ type: 'incident_push', ... });   // cellular: Push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logs.push({ type: 'incident_sms',  ... });   // cellular: SMS (name, phone, location)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(c.hasLora)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logs.push({ type: 'incident_lora_downlink', ... }); // LoRa: beep + flash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944368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points:  </a:t>
            </a:r>
            <a:pPr algn="l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side: routing via OSRM cycling → a real bike route (requirement 10), the volunteer is animated along it, and breadcrumbs are POSTed to the dispatch center every 2 seconds.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138160" y="64190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DefiNet · slide 6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4206240"/>
            <a:ext cx="2628900" cy="1463040"/>
          </a:xfrm>
          <a:prstGeom prst="roundRect">
            <a:avLst>
              <a:gd name="adj" fmla="val 6250"/>
            </a:avLst>
          </a:prstGeom>
          <a:solidFill>
            <a:srgbClr val="1E293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4343400"/>
            <a:ext cx="26289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40080" y="5120640"/>
            <a:ext cx="24460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coverage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360420" y="4206240"/>
            <a:ext cx="2628900" cy="1463040"/>
          </a:xfrm>
          <a:prstGeom prst="roundRect">
            <a:avLst>
              <a:gd name="adj" fmla="val 6250"/>
            </a:avLst>
          </a:prstGeom>
          <a:solidFill>
            <a:srgbClr val="1E293B"/>
          </a:solidFill>
          <a:ln/>
        </p:spPr>
      </p:sp>
      <p:sp>
        <p:nvSpPr>
          <p:cNvPr id="13" name="Text 10"/>
          <p:cNvSpPr/>
          <p:nvPr/>
        </p:nvSpPr>
        <p:spPr>
          <a:xfrm>
            <a:off x="3360420" y="4343400"/>
            <a:ext cx="26289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451860" y="5120640"/>
            <a:ext cx="24460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databases (SQL + NoSQL)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72200" y="4206240"/>
            <a:ext cx="2628900" cy="1463040"/>
          </a:xfrm>
          <a:prstGeom prst="roundRect">
            <a:avLst>
              <a:gd name="adj" fmla="val 6250"/>
            </a:avLst>
          </a:prstGeom>
          <a:solidFill>
            <a:srgbClr val="1E293B"/>
          </a:solidFill>
          <a:ln/>
        </p:spPr>
      </p:sp>
      <p:sp>
        <p:nvSpPr>
          <p:cNvPr id="16" name="Text 13"/>
          <p:cNvSpPr/>
          <p:nvPr/>
        </p:nvSpPr>
        <p:spPr>
          <a:xfrm>
            <a:off x="6172200" y="4343400"/>
            <a:ext cx="26289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17" name="Text 14"/>
          <p:cNvSpPr/>
          <p:nvPr/>
        </p:nvSpPr>
        <p:spPr>
          <a:xfrm>
            <a:off x="6263640" y="5120640"/>
            <a:ext cx="24460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 (Express + Next.js)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983980" y="4206240"/>
            <a:ext cx="2628900" cy="1463040"/>
          </a:xfrm>
          <a:prstGeom prst="roundRect">
            <a:avLst>
              <a:gd name="adj" fmla="val 6250"/>
            </a:avLst>
          </a:prstGeom>
          <a:solidFill>
            <a:srgbClr val="1E293B"/>
          </a:solidFill>
          <a:ln/>
        </p:spPr>
      </p:sp>
      <p:sp>
        <p:nvSpPr>
          <p:cNvPr id="19" name="Text 16"/>
          <p:cNvSpPr/>
          <p:nvPr/>
        </p:nvSpPr>
        <p:spPr>
          <a:xfrm>
            <a:off x="8983980" y="4343400"/>
            <a:ext cx="26289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9075420" y="5120640"/>
            <a:ext cx="24460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features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" y="58064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DefiNet — because every minute counts.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DefiNet — Project Defense</dc:title>
  <dc:subject>PptxGenJS Presentation</dc:subject>
  <dc:creator>DefiNet</dc:creator>
  <cp:lastModifiedBy>DefiNet</cp:lastModifiedBy>
  <cp:revision>1</cp:revision>
  <dcterms:created xsi:type="dcterms:W3CDTF">2026-08-13T05:16:43Z</dcterms:created>
  <dcterms:modified xsi:type="dcterms:W3CDTF">2026-08-13T05:16:43Z</dcterms:modified>
</cp:coreProperties>
</file>